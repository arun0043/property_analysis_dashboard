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Property Analysis Dashboard using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property listings, prices, locations and KPIs.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Property count by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visualization using latitude and longitude.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Feature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Area vs Price and Bedroom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listing price, market estimate and rent estimate.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properties, average area, price and rent.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listing activity in several states with regional clusters.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supports real-estate analysis and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